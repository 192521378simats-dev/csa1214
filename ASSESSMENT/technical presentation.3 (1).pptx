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20E6-0095-4009-68F7-9057A909F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2FFE4-E827-AC65-1857-C670E110B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68769-C4D5-DD26-454D-9057C70A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C6203-7399-FE3C-EA32-4EADB159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7B1EC-6ABC-9D74-83F0-1D5BCE8A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9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1A1C-B38D-BEF7-FA79-C3917402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C7FF2-3D5F-8312-3D39-2CE5AB242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9D8D-B037-0D94-6872-536082CE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C2856-82C2-47FC-6755-F334E340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FA2F5-200C-8701-6927-60DB74AF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35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2B2C-E0BD-DB53-1B4D-6C5390FC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CDE87-EF66-AC03-9924-D9B504417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0F27-B7B8-A19E-4F04-7F2FDAF9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47CD9-8793-8612-A412-DBA9F135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B7BC6-E8D9-58EF-E0C5-D17ED4ED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9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2152-DCDE-E80B-DAD3-529570D4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D4C13-35CF-383F-DC71-0FDB9A423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5F297-1CE5-21A9-8680-DF66C226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54D5-6381-2BC4-C98A-F4A498173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1B730-17E3-434B-A6BD-A486112C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3AA62-0FA7-997E-9A90-EA88F860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220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0397-73D3-EAC3-AAF6-606E5A63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3559-97A2-C17E-CB67-4F3BFE646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A2DF1-8664-58CA-C0D0-134ED0BB8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5226D-BCB0-1279-1E1B-12348C0C4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374B8-57D6-406D-4B96-4D24B2E6F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AC7E6-D1C7-C1A5-6668-7F9AFB2E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03011D-A30D-4395-DA0C-76820536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7FC3BC-9E01-EEDB-7FA3-1780CBB2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07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74BF-1B2E-15EA-6EE4-96E7C64F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C4098-F29A-978F-C207-5E25C9B0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665BC-66CC-B55F-1B71-3B7035F6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DC355-D640-68A4-CC19-1BEA3461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2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55D6B-4354-FBE3-624F-AF540233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27D4D-F13E-24F3-7431-C2D9BB8C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2A0E3-9687-060C-F434-6300D891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99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E505-41D2-9B24-92EB-7C319212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F1F08-5F9A-8A01-D76F-514716BD0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D0BFE-4503-E4E6-48C8-541D901CC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82038-CCF2-31FC-9052-B75BA3A5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CD2D2-975F-164F-404A-0E5C3FD4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20E3B-BA57-55D8-A1BC-C792B1E0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6AC3-B801-1443-99F7-235B7A9B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18E6E-C9D8-2BE8-5985-2540332BB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A8A1F-1DAF-6D7A-C255-B405AA1E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8F18D-CC76-E887-C503-2490F960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A72C0-A259-5B91-84B7-E1C3B5A2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5E417-AD2B-9EC4-0F77-88C387C4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70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0A6B-21DC-E0CD-4F5D-EB3DE267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451D7-6F91-F6CF-5133-74117704C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1ED6-2EA7-6098-FB87-105981E9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BE34-73AA-1735-E8D9-3A32D4AF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0F315-0581-DC4C-CDC6-C58550FC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11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6DEAF-E6D8-F8FC-4515-EBD6A416F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C9B8E-E572-35FA-3A0C-BEF6077B4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7575-99CE-FF28-C70A-90A4B676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62BF3-B701-88B9-CBFB-DCEECA62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7BEE3-1457-2B0C-7D23-F4AF0DA2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946B7-C73C-7C13-8C0D-6AEFF3C1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23E7B-193C-09C3-1476-3BF95B4B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9F874-6CD2-9B03-CED0-058A7598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31F6-52AC-4DBC-9021-371A07A6DAD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9AD1-4460-A851-BFA6-0BFC8B0B9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892C7-C5A0-74BA-F03C-C3FBBB7C1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B2DC5-4974-4916-B624-73A229239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392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D833-6512-17B0-25D1-E2E894C7A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16" y="198130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Pipelining and Superscalar Architecture for High-Performance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44363-D817-9CCF-0746-3B84D0810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2" y="2921154"/>
            <a:ext cx="9144000" cy="507846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ARCHITECTURE-CSA</a:t>
            </a:r>
            <a:r>
              <a:rPr lang="en-IN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8EF9A-E69C-C26A-9E39-3052E4D0C972}"/>
              </a:ext>
            </a:extLst>
          </p:cNvPr>
          <p:cNvSpPr txBox="1"/>
          <p:nvPr/>
        </p:nvSpPr>
        <p:spPr>
          <a:xfrm>
            <a:off x="747251" y="4999044"/>
            <a:ext cx="3382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DR.RADHIKA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6CDE2-6FF3-4948-A6CD-43A1460304F3}"/>
              </a:ext>
            </a:extLst>
          </p:cNvPr>
          <p:cNvSpPr txBox="1"/>
          <p:nvPr/>
        </p:nvSpPr>
        <p:spPr>
          <a:xfrm>
            <a:off x="8981768" y="4660490"/>
            <a:ext cx="307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K.SANDHIYA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(192521378)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599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9B45-740B-9D95-4B7B-DA33C880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C10C-7F5C-DB7E-1C80-DA14B201B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8" y="2061599"/>
            <a:ext cx="9701981" cy="3532956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pipelining and superscalar architecture are advanced CPU design techniques that improve computational performance by executing multiple instructions concurrently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techniques maximize hardware utilization and reduce execution time, making them fundamental to modern processors.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37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B579-8DF0-1FC7-D226-C8AD201D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C9415-8C05-FAD6-E59D-A2CBED420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42" y="1582993"/>
            <a:ext cx="10901516" cy="494793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Processor Pipelining?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pipelining divides instruction execution into sequential stages, allowing multiple instructions to be processed simultaneously.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Stages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Fetch (IF)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Decode (ID)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(EX)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(MEM)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Back (WB) 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throughput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CPU utilization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instruction execution 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68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3709-B375-323C-D33A-065A879F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4F731-2C56-CFF3-69C9-A5C890F61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performance is evaluated using throughput, latency, clock cycles, and cycles per instruction (CPI).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Cycle Time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(Cycles Per Instruction)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Speedup 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Speedup = Non-Pipelined Time ÷ Pipelined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32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7A8F-C0BC-876D-60A5-8C6ACF3E2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-375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Superscalar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D5CD-FFBE-4D2B-AD80-177E4B3E6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101213"/>
            <a:ext cx="11039168" cy="5569974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Superscalar Processor Architecture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Superscalar processors issue and execute multiple instructions in a single clock cycle using multiple execution units.</a:t>
            </a:r>
          </a:p>
          <a:p>
            <a:r>
              <a:rPr lang="en-IN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ALUs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Scheduling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Instruction Execution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Dispatch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Throughput </a:t>
            </a:r>
          </a:p>
          <a:p>
            <a:r>
              <a:rPr lang="en-IN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CPU performance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utilization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execution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0308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1F6B-3038-3A10-6D45-2CE1FF8A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6132-B5C5-243A-AED1-E2F707AEA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13723" cy="357228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instruction throughput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processor utilization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execution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multitasking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overall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981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43D9-7054-1C54-1410-91E33992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076EF7-EC4D-C4DD-3235-C37B7598F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hazards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complexity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power consumption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generation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branch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72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B6DC-BFF4-6954-2F67-10EE0960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E13D8-42BA-226C-8AED-50E26EFCA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processor optimization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Chiplet architecture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integration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CPU design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parallel processing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07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7F84-E1DE-8D42-79DA-AC5AA1F9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48311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171E8-8E95-A45F-B0E0-BDB3BCA8A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pipelining and superscalar architecture are essential techniques for designing high-performance processors.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enable parallel instruction execution, improve CPU utilization, and reduce execution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processors such as Intel Core, 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ARM Cortex rely on these technologies to support demanding applications including artificial intelligence, cloud computing, gaming, and scientific computing.</a:t>
            </a:r>
          </a:p>
        </p:txBody>
      </p:sp>
    </p:spTree>
    <p:extLst>
      <p:ext uri="{BB962C8B-B14F-4D97-AF65-F5344CB8AC3E}">
        <p14:creationId xmlns:p14="http://schemas.microsoft.com/office/powerpoint/2010/main" val="325859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774F-5EE5-E7D8-66D3-0536C078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E9E8B-9F6D-03A6-DF83-A0E281C4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8" y="1848465"/>
            <a:ext cx="9822425" cy="419837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Hamacher et al.,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Embedded Systems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Ed., 2024.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Hayes,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and Organization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Ed., 2023.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Patterson &amp; Hennessy,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Design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Mano &amp; Rajib Mall,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Architecture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78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C9D43-C37C-84E2-61BE-F311F9B7FE9A}"/>
              </a:ext>
            </a:extLst>
          </p:cNvPr>
          <p:cNvSpPr txBox="1"/>
          <p:nvPr/>
        </p:nvSpPr>
        <p:spPr>
          <a:xfrm>
            <a:off x="2576052" y="2605945"/>
            <a:ext cx="6076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13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370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Processor Pipelining and Superscalar Architecture for High-Performance Computing</vt:lpstr>
      <vt:lpstr>Introduction</vt:lpstr>
      <vt:lpstr>Processor Pipelining</vt:lpstr>
      <vt:lpstr>Pipeline Performance</vt:lpstr>
      <vt:lpstr>Superscalar Architecture</vt:lpstr>
      <vt:lpstr>Advantages</vt:lpstr>
      <vt:lpstr>Challenges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K</dc:creator>
  <cp:lastModifiedBy>Sandhiya K</cp:lastModifiedBy>
  <cp:revision>3</cp:revision>
  <dcterms:created xsi:type="dcterms:W3CDTF">2026-07-17T09:22:47Z</dcterms:created>
  <dcterms:modified xsi:type="dcterms:W3CDTF">2026-07-19T15:23:13Z</dcterms:modified>
</cp:coreProperties>
</file>